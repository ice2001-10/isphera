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6"/>
  </p:notesMasterIdLst>
  <p:handoutMasterIdLst>
    <p:handoutMasterId r:id="rId7"/>
  </p:handoutMasterIdLst>
  <p:sldIdLst>
    <p:sldId id="392" r:id="rId2"/>
    <p:sldId id="393" r:id="rId3"/>
    <p:sldId id="395" r:id="rId4"/>
    <p:sldId id="394" r:id="rId5"/>
  </p:sldIdLst>
  <p:sldSz cx="12192000" cy="6858000"/>
  <p:notesSz cx="6858000" cy="9144000"/>
  <p:custDataLst>
    <p:tags r:id="rId8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6243"/>
    <a:srgbClr val="CC3300"/>
    <a:srgbClr val="D7181F"/>
    <a:srgbClr val="FDC1B5"/>
    <a:srgbClr val="FC9E8A"/>
    <a:srgbClr val="FFFFFF"/>
    <a:srgbClr val="1DB2F6"/>
    <a:srgbClr val="367960"/>
    <a:srgbClr val="000000"/>
    <a:srgbClr val="E0E4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4660"/>
  </p:normalViewPr>
  <p:slideViewPr>
    <p:cSldViewPr>
      <p:cViewPr varScale="1">
        <p:scale>
          <a:sx n="68" d="100"/>
          <a:sy n="68" d="100"/>
        </p:scale>
        <p:origin x="2244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58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58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58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1979660C-FAC0-4207-A748-E21A9F75E20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68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89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89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89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9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89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36CCF596-409F-44D9-BF01-EF5D1F492BB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663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CF596-409F-44D9-BF01-EF5D1F492BB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55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CF596-409F-44D9-BF01-EF5D1F492BB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04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724834" y="558205"/>
            <a:ext cx="10764838" cy="682101"/>
          </a:xfrm>
        </p:spPr>
        <p:txBody>
          <a:bodyPr vert="horz" lIns="36000" tIns="36000" rIns="36000" bIns="36000" rtlCol="0" anchor="t">
            <a:spAutoFit/>
          </a:bodyPr>
          <a:lstStyle>
            <a:lvl1pPr marL="0" indent="0" algn="l" defTabSz="914400">
              <a:lnSpc>
                <a:spcPct val="90000"/>
              </a:lnSpc>
              <a:spcBef>
                <a:spcPts val="0"/>
              </a:spcBef>
              <a:buFont typeface="Arial"/>
              <a:buNone/>
              <a:defRPr lang="ru-RU" sz="440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</a:defRPr>
            </a:lvl1pPr>
          </a:lstStyle>
          <a:p>
            <a:pPr>
              <a:defRPr/>
            </a:pPr>
            <a:r>
              <a:rPr lang="ru-RU" dirty="0"/>
              <a:t>Цель проекта</a:t>
            </a:r>
            <a:endParaRPr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1"/>
          </p:nvPr>
        </p:nvSpPr>
        <p:spPr bwMode="auto">
          <a:xfrm>
            <a:off x="762934" y="1628775"/>
            <a:ext cx="10764838" cy="3857625"/>
          </a:xfrm>
        </p:spPr>
        <p:txBody>
          <a:bodyPr lIns="36000" tIns="36000" rIns="36000" bIns="3600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169210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838" userDrawn="1">
          <p15:clr>
            <a:srgbClr val="FBAE40"/>
          </p15:clr>
        </p15:guide>
        <p15:guide id="3" orient="horz" pos="663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pos="483" userDrawn="1">
          <p15:clr>
            <a:srgbClr val="FBAE40"/>
          </p15:clr>
        </p15:guide>
        <p15:guide id="6" pos="7287" userDrawn="1">
          <p15:clr>
            <a:srgbClr val="FBAE40"/>
          </p15:clr>
        </p15:guide>
        <p15:guide id="7" orient="horz" pos="120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за внимание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1AE46A9-603C-4FC5-B2F7-F6D4FE05F435}"/>
              </a:ext>
            </a:extLst>
          </p:cNvPr>
          <p:cNvSpPr txBox="1">
            <a:spLocks/>
          </p:cNvSpPr>
          <p:nvPr userDrawn="1"/>
        </p:nvSpPr>
        <p:spPr>
          <a:xfrm>
            <a:off x="803275" y="2285721"/>
            <a:ext cx="10764838" cy="7478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j-cs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38047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3" orient="horz" pos="663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17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59665" y="619125"/>
            <a:ext cx="10861676" cy="782638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773113" y="1499179"/>
            <a:ext cx="10861676" cy="4215822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65569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741" r:id="rId2"/>
  </p:sldLayoutIdLst>
  <p:txStyles>
    <p:titleStyle>
      <a:lvl1pPr algn="l" defTabSz="914400" eaLnBrk="1" hangingPunct="1">
        <a:spcBef>
          <a:spcPts val="0"/>
        </a:spcBef>
        <a:buNone/>
        <a:defRPr sz="4400" b="1">
          <a:solidFill>
            <a:schemeClr val="bg1"/>
          </a:solidFill>
          <a:latin typeface="Roboto"/>
          <a:ea typeface="Roboto"/>
          <a:cs typeface="+mj-cs"/>
        </a:defRPr>
      </a:lvl1pPr>
    </p:titleStyle>
    <p:bodyStyle>
      <a:lvl1pPr marL="342900" indent="-342900" algn="l" defTabSz="914400" eaLnBrk="1" hangingPunct="1">
        <a:spcBef>
          <a:spcPts val="0"/>
        </a:spcBef>
        <a:buFont typeface="Arial"/>
        <a:buChar char="•"/>
        <a:defRPr sz="3200">
          <a:solidFill>
            <a:schemeClr val="bg1"/>
          </a:solidFill>
          <a:latin typeface="Roboto"/>
          <a:ea typeface="Roboto"/>
          <a:cs typeface="+mn-cs"/>
        </a:defRPr>
      </a:lvl1pPr>
      <a:lvl2pPr marL="742950" indent="-285750" algn="l" defTabSz="914400" eaLnBrk="1" hangingPunct="1">
        <a:spcBef>
          <a:spcPts val="0"/>
        </a:spcBef>
        <a:buFont typeface="Arial"/>
        <a:buChar char="–"/>
        <a:defRPr sz="2800">
          <a:solidFill>
            <a:schemeClr val="bg1"/>
          </a:solidFill>
          <a:latin typeface="Roboto"/>
          <a:ea typeface="Roboto"/>
          <a:cs typeface="+mn-cs"/>
        </a:defRPr>
      </a:lvl2pPr>
      <a:lvl3pPr marL="1143000" indent="-228600" algn="l" defTabSz="914400" eaLnBrk="1" hangingPunct="1">
        <a:spcBef>
          <a:spcPts val="0"/>
        </a:spcBef>
        <a:buFont typeface="Arial"/>
        <a:buChar char="•"/>
        <a:defRPr sz="2400">
          <a:solidFill>
            <a:schemeClr val="bg1"/>
          </a:solidFill>
          <a:latin typeface="Roboto"/>
          <a:ea typeface="Roboto"/>
          <a:cs typeface="+mn-cs"/>
        </a:defRPr>
      </a:lvl3pPr>
      <a:lvl4pPr marL="1600200" indent="-228600" algn="l" defTabSz="914400" eaLnBrk="1" hangingPunct="1">
        <a:spcBef>
          <a:spcPts val="0"/>
        </a:spcBef>
        <a:buFont typeface="Arial"/>
        <a:buChar char="–"/>
        <a:defRPr sz="2000">
          <a:solidFill>
            <a:schemeClr val="bg1"/>
          </a:solidFill>
          <a:latin typeface="Roboto"/>
          <a:ea typeface="Roboto"/>
          <a:cs typeface="+mn-cs"/>
        </a:defRPr>
      </a:lvl4pPr>
      <a:lvl5pPr marL="2057400" indent="-228600" algn="l" defTabSz="914400" eaLnBrk="1" hangingPunct="1">
        <a:spcBef>
          <a:spcPts val="0"/>
        </a:spcBef>
        <a:buFont typeface="Arial"/>
        <a:buChar char="»"/>
        <a:defRPr sz="1800">
          <a:solidFill>
            <a:schemeClr val="bg1"/>
          </a:solidFill>
          <a:latin typeface="Roboto"/>
          <a:ea typeface="Roboto"/>
          <a:cs typeface="+mn-cs"/>
        </a:defRPr>
      </a:lvl5pPr>
      <a:lvl6pPr marL="2514600" indent="-228600" algn="l" defTabSz="914400" eaLnBrk="1" hangingPunct="1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eaLnBrk="1" hangingPunct="1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eaLnBrk="1" hangingPunct="1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eaLnBrk="1" hangingPunct="1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AAF522-8E32-41B1-8E11-636E08A22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7FD961-BECA-43E4-A0A9-08B5967E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934" y="764704"/>
            <a:ext cx="5333066" cy="9591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ru-RU" sz="3200" b="0" cap="none" spc="0" dirty="0">
                <a:ln w="0"/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  <a:r>
              <a:rPr lang="en-US" sz="3200" b="0" cap="none" spc="0" dirty="0">
                <a:ln w="0"/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D-</a:t>
            </a:r>
            <a:r>
              <a:rPr lang="ru-RU" sz="3200" b="0" cap="none" spc="0" dirty="0">
                <a:ln w="0"/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моделирование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0BBD09-C52C-421B-AC58-DF8A00943F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934" y="2852936"/>
            <a:ext cx="10445634" cy="3312368"/>
          </a:xfrm>
        </p:spPr>
        <p:txBody>
          <a:bodyPr>
            <a:normAutofit fontScale="92500" lnSpcReduction="10000"/>
          </a:bodyPr>
          <a:lstStyle/>
          <a:p>
            <a:r>
              <a:rPr lang="ru-RU" sz="3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6 урок</a:t>
            </a:r>
            <a:endParaRPr lang="en-US" sz="3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br>
              <a:rPr lang="ru-RU" sz="1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br>
              <a:rPr lang="ru-RU" sz="1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Команды редактирования. Построение чертежа плоской детали по половине изображения</a:t>
            </a:r>
          </a:p>
          <a:p>
            <a:endParaRPr lang="ru-RU" sz="1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ru-RU" sz="4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Опорная работа №2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55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0058D-E4A8-464B-BAA1-7EB6B6A5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592401"/>
            <a:ext cx="10764838" cy="682101"/>
          </a:xfrm>
        </p:spPr>
        <p:txBody>
          <a:bodyPr/>
          <a:lstStyle/>
          <a:p>
            <a:r>
              <a:rPr lang="ru-RU" dirty="0"/>
              <a:t>Опорная работа №2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A6F6332-8E35-4EC0-99A2-70325EFE3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19878" y="1572628"/>
            <a:ext cx="5298564" cy="737501"/>
          </a:xfr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ru-RU" sz="2400" dirty="0"/>
              <a:t>Выполните чертеж по </a:t>
            </a:r>
            <a:r>
              <a:rPr lang="ru-RU" dirty="0"/>
              <a:t>половине дома </a:t>
            </a:r>
            <a:r>
              <a:rPr lang="ru-RU" sz="2400" dirty="0"/>
              <a:t>с указанием размеров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E9D3640-FB04-439D-BF4E-51990E9A0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31" y="499188"/>
            <a:ext cx="707057" cy="68210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4C25CAB-0DB8-440B-9301-BE7E51DB3E11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104" y="44624"/>
            <a:ext cx="3312368" cy="640871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1F68A49-0E22-4C50-8244-84AD2A9CB9FC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2708920"/>
            <a:ext cx="4786938" cy="33123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3453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0058D-E4A8-464B-BAA1-7EB6B6A5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592401"/>
            <a:ext cx="10764838" cy="682101"/>
          </a:xfrm>
        </p:spPr>
        <p:txBody>
          <a:bodyPr/>
          <a:lstStyle/>
          <a:p>
            <a:r>
              <a:rPr lang="ru-RU" dirty="0"/>
              <a:t>Опорная работа №2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E9D3640-FB04-439D-BF4E-51990E9A0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31" y="499188"/>
            <a:ext cx="707057" cy="682102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2347766-279F-4729-BFE4-6B4938047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E87CCC0-9340-49D7-AD8B-B60D15F98161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37637" y="-775385"/>
            <a:ext cx="4840024" cy="90730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9592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7FB6A5-1595-450A-9889-54A6507A6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F1627-F1D7-4B3F-876F-4CA76415B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2492896"/>
            <a:ext cx="10764838" cy="682101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До новых встреч!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479FD7-35B9-43A6-A0B6-15DC14C4B3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9376" y="3284985"/>
            <a:ext cx="10764838" cy="2016224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</a:rPr>
              <a:t>Спасибо за порядок на рабочем месте</a:t>
            </a:r>
          </a:p>
        </p:txBody>
      </p:sp>
    </p:spTree>
    <p:extLst>
      <p:ext uri="{BB962C8B-B14F-4D97-AF65-F5344CB8AC3E}">
        <p14:creationId xmlns:p14="http://schemas.microsoft.com/office/powerpoint/2010/main" val="41168864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3f27c17c4d3eb576ede991a37f2a5f18d1ad"/>
  <p:tag name="ISPRING_RESOURCE_PATHS_HASH_PRESENTER" val="1f221dd9d04c6d5c664dce8106144e6888897ce"/>
  <p:tag name="ISPRING-SUITE_ISPRING_PLAYERS_CUSTOMIZATION_2" val="{&quot;universal&quot;:{&quot;skinSettings&quot;:{&quot;borderRadius&quot;:10,&quot;colors&quot;:{&quot;asideBackground&quot;:{&quot;color&quot;:&quot;#EFF1F2&quot;,&quot;opacity&quot;:1,&quot;type&quot;:&quot;SOLID&quot;},&quot;asideElementBackgroundActive&quot;:{&quot;color&quot;:&quot;#D5D9DB&quot;,&quot;opacity&quot;:1,&quot;type&quot;:&quot;SOLID&quot;},&quot;asideElementBackgroundHover&quot;:{&quot;color&quot;:&quot;#DDE2E5&quot;,&quot;opacity&quot;:1,&quot;type&quot;:&quot;SOLID&quot;},&quot;asideElementText&quot;:{&quot;color&quot;:&quot;#34383D&quot;,&quot;opacity&quot;:1,&quot;type&quot;:&quot;SOLID&quot;},&quot;asideElementTextActive&quot;:{&quot;color&quot;:&quot;#42484E&quot;,&quot;opacity&quot;:1,&quot;type&quot;:&quot;SOLID&quot;},&quot;asideElementTextHover&quot;:{&quot;color&quot;:&quot;#42484E&quot;,&quot;opacity&quot;:1,&quot;type&quot;:&quot;SOLID&quot;},&quot;asideLogoBackground&quot;:{&quot;color&quot;:&quot;#EFF1F2&quot;,&quot;opacity&quot;:1,&quot;type&quot;:&quot;SOLID&quot;},&quot;pageBackground&quot;:{&quot;color&quot;:&quot;#DCDEE0&quot;,&quot;opacity&quot;:1,&quot;type&quot;:&quot;SOLID&quot;},&quot;playerBackground&quot;:{&quot;color&quot;:&quot;#FFFFFF&quot;,&quot;opacity&quot;:1,&quot;type&quot;:&quot;SOLID&quot;},&quot;playerText&quot;:{&quot;color&quot;:&quot;#616870&quot;,&quot;opacity&quot;:1,&quot;type&quot;:&quot;SOLID&quot;},&quot;primaryButtonBackground&quot;:{&quot;color&quot;:&quot;#5F8BD9&quot;,&quot;opacity&quot;:1,&quot;type&quot;:&quot;SOLID&quot;},&quot;primaryButtonBackgroundHover&quot;:{&quot;color&quot;:&quot;#5077BB&quot;,&quot;opacity&quot;:1,&quot;type&quot;:&quot;SOLID&quot;},&quot;primaryButtonBorder&quot;:{&quot;color&quot;:&quot;#5F8BD9&quot;,&quot;opacity&quot;:1,&quot;type&quot;:&quot;SOLID&quot;},&quot;primaryButtonBorderHover&quot;:{&quot;color&quot;:&quot;#5077BB&quot;,&quot;opacity&quot;:1,&quot;type&quot;:&quot;SOLID&quot;},&quot;primaryButtonText&quot;:{&quot;color&quot;:&quot;#FFFFFF&quot;,&quot;opacity&quot;:1,&quot;type&quot;:&quot;SOLID&quot;},&quot;primaryButtonTextHover&quot;:{&quot;color&quot;:&quot;#FFFFFF&quot;,&quot;opacity&quot;:1,&quot;type&quot;:&quot;SOLID&quot;},&quot;secondaryButtonBackground&quot;:{&quot;color&quot;:&quot;#F1F2F4&quot;,&quot;opacity&quot;:1,&quot;type&quot;:&quot;SOLID&quot;},&quot;secondaryButtonBackgroundHover&quot;:{&quot;color&quot;:&quot;#E5E5E5&quot;,&quot;opacity&quot;:1,&quot;type&quot;:&quot;SOLID&quot;},&quot;secondaryButtonBorder&quot;:{&quot;color&quot;:&quot;#F1F2F4&quot;,&quot;opacity&quot;:1,&quot;type&quot;:&quot;SOLID&quot;},&quot;secondaryButtonBorderHover&quot;:{&quot;color&quot;:&quot;#E5E5E5&quot;,&quot;opacity&quot;:1,&quot;type&quot;:&quot;SOLID&quot;},&quot;secondaryButtonText&quot;:{&quot;color&quot;:&quot;#616870&quot;,&quot;opacity&quot;:1,&quot;type&quot;:&quot;SOLID&quot;},&quot;secondaryButtonTextHover&quot;:{&quot;color&quot;:&quot;#616870&quot;,&quot;opacity&quot;:1,&quot;type&quot;:&quot;SOLID&quot;}},&quot;controlPanel&quot;:{&quot;navigationMode&quot;:&quot;bySteps&quot;,&quot;progressBar&quot;:{&quot;enabled&quot;:true,&quot;mode&quot;:&quot;presentationTimeline&quot;,&quot;showLabels&quot;:true,&quot;visible&quot;:true},&quot;showCCButton&quot;:true,&quot;showNextButton&quot;:true,&quot;showOutline&quot;:false,&quot;showPlayPause&quot;:true,&quot;showPlaybackRateButton&quot;:true,&quot;showPrevButton&quot;:true,&quot;showRewind&quot;:true,&quot;showSlideNumbers&quot;:true,&quot;showSlideOnlyButton&quot;:true,&quot;showSubtitlesButton&quot;:false,&quot;showTimer&quot;:false,&quot;showVolumeControl&quot;:true,&quot;visible&quot;:true},&quot;fontFamily&quot;:&quot;Arial&quot;,&quot;miniskinCustomizationEnabled&quot;:true,&quot;outlinePanel&quot;:{&quot;highlightViewedEntries&quot;:false,&quot;multilevel&quot;:true,&quot;numberEntries&quot;:true,&quot;search&quot;:true,&quot;thumbnails&quot;:true},&quot;rotatePromptEnabled&quot;:false,&quot;sidePanel&quot;:{&quot;showAtLeft&quot;:false,&quot;showLogo&quot;:false,&quot;showNotes&quot;:false,&quot;showOutline&quot;:false,&quot;showPresenterInfo&quot;:false,&quot;showPresenterVideo&quot;:false,&quot;visible&quot;:false},&quot;titlePanel&quot;:{&quot;buttons&quot;:[&quot;attachments&quot;,&quot;markerTools&quot;,&quot;presenterInfo&quot;,&quot;outline&quot;],&quot;buttonsAtLeft&quot;:false,&quot;courseTitleVisible&quot;:true,&quot;showLogo&quot;:false,&quot;visible&quot;:true},&quot;version&quot;:&quot;1.3&quot;},&quot;skinMessages&quot;:{&quot;PB_ACCESSIBLE_ARIA_LABEL_BACK_TO_BEGIN&quot;:&quot;Перейти к началу слайда&quot;,&quot;PB_ACCESSIBLE_ARIA_LABEL_BOTTOM_PANEL&quot;:&quot;Нижняя панель&quot;,&quot;PB_ACCESSIBLE_ARIA_LABEL_NAVIGATION_BUTTONS&quot;:&quot;Кнопки навигации&quot;,&quot;PB_ACCESSIBLE_ARIA_LABEL_SETTINGS&quot;:&quot;Настройки доступности&quot;,&quot;PB_ACCESSIBLE_ARIA_LABEL_SLIDE&quot;:&quot;Слайд&quot;,&quot;PB_ACCESSIBLE_ARIA_LABEL_TOP_PANEL&quot;:&quot;Верхняя панель&quot;,&quot;PB_ACCESSIBLE_AUDIO_NARRATION_LABEL&quot;:&quot;Аудиосопровождение&quot;,&quot;PB_ACCESSIBLE_AUDIO_SUBTITLES_LABEL&quot;:&quot;Субтитры&quot;,&quot;PB_ACCESSIBLE_NAVIGATION_NEXT_BUTTON&quot;:&quot;Далее&quot;,&quot;PB_ACCESSIBLE_NAVIGATION_PREV_BUTTON&quot;:&quot;Назад&quot;,&quot;PB_ACCESSIBLE_SKIN_ENABLE_ACCESSIBILITY_MODE&quot;:&quot;В режим для слабовидящих&quot;,&quot;PB_ACCESSIBLE_SKIN_ENABLE_NORMAL_MODE&quot;:&quot;В режим полного плеера&quot;,&quot;PB_ACCESSIBLE_SKIN_PRESENTER_PHOTO&quot;:&quot;Фотография докладчика&quot;,&quot;PB_ACCESSIBLE_SLIDE_N_OF_COUNT&quot;:&quot;Слайд %SLIDE_NUMBER% из %TOTAL_SLIDES%&quot;,&quot;PB_ACCESSIBLE_VIDEO_NARRATION_LABEL&quot;:&quot;Видеосопровождение&quot;,&quot;PB_ACCESSIBLE_WATERMARK_SKIN_CREATED_WITH&quot;:&quot;Создано с помощью демо-версии iSpring&quot;,&quot;PB_ATTACHMENT_DOCUMENT_SUBTITLE&quot;:&quot;Документ&quot;,&quot;PB_ATTACHMENT_FILE_SUBTITLE&quot;:&quot;Файл&quot;,&quot;PB_ATTACHMENT_IMAGE_SUBTITLE&quot;:&quot;Изображение&quot;,&quot;PB_ATTACHMENT_LINK_SUBTITLE&quot;:&quot;Ссылка&quot;,&quot;PB_ATTACHMENT_VIDEO_SUBTITLE&quot;:&quot;Видео&quot;,&quot;PB_BACK_TO_APP_BUTTON_LABEL&quot;:&quot;Назад&quot;,&quot;PB_CONTROL_PANEL_CLOSED_CAPTIONS&quot;:&quot;Заметки&quot;,&quot;PB_CONTROL_PANEL_EXIT_FULL_SCREEN&quot;:&quot;Выход из полноэкранного режима&quot;,&quot;PB_CONTROL_PANEL_FULL_SCREEN&quot;:&quot;На весь экран&quot;,&quot;PB_CONTROL_PANEL_NEXT&quot;:&quot;Далее&quot;,&quot;PB_CONTROL_PANEL_OUTLINE&quot;:&quot;Слайды&quot;,&quot;PB_CONTROL_PANEL_PREV&quot;:&quot;&quot;,&quot;PB_CONTROL_PANEL_REPLAY&quot;:&quot;Повторить&quot;,&quot;PB_CONTROL_PANEL_SLIDE_COUNTER&quot;:&quot;%SLIDE_NUMBER% из %TOTAL_SLIDES%&quot;,&quot;PB_CONTROL_PANEL_SUBTITLES&quot;:&quot;Субтитры&quot;,&quot;PB_CONTROL_PANEL_VOLUME_CONTROL&quot;:&quot;Громкость&quot;,&quot;PB_CURRENT_SLIDE_IS_NOT_COMPLETED&quot;:&quot;Чтобы продолжить, просмотрите слайд до конца.&quot;,&quot;PB_DOMAIN_RESTRICTION&quot;:&quot;Автор запретил просмотр презентации на этом домене.&quot;,&quot;PB_DRAWING_TOOLS_END_DRAWING&quot;:&quot;Завершить рисование&quot;,&quot;PB_DRAWING_TOOLS_ERASER&quot;:&quot;Ластик&quot;,&quot;PB_DRAWING_TOOLS_ERASE_ALL&quot;:&quot;Очистить все&quot;,&quot;PB_DRAWING_TOOLS_HIGHLIGHTER&quot;:&quot;Маркер&quot;,&quot;PB_DRAWING_TOOLS_PEN&quot;:&quot;Фломастер&quot;,&quot;PB_ENTER_PASSWORD&quot;:&quot;Введите пароль, чтобы посмотреть эту презентацию.&quot;,&quot;PB_INCORRECT_PASSWORD&quot;:&quot;Неверный пароль&quot;,&quot;PB_INTERACTION_SLIDE_WINDOW_TEXT&quot;:&quot;Чтобы перейти на другой слайд, нужно завершить интерактивность.&quot;,&quot;PB_MESSAGE_BOX_NO&quot;:&quot;Нет&quot;,&quot;PB_MESSAGE_BOX_OK&quot;:&quot;ОК&quot;,&quot;PB_MESSAGE_BOX_YES&quot;:&quot;Да&quot;,&quot;PB_NAVIGATION_IS_RESTRICTED&quot;:&quot;Слайды можно просматривать только по порядку.&quot;,&quot;PB_NAVIGATION_IS_SEQUENTIAL&quot;:&quot;Слайды можно просматривать только по порядку.&quot;,&quot;PB_PLAYBACK_RATE_MENU_CAPTION&quot;:&quot;Скорость&quot;,&quot;PB_POPUP_ROTATE_SCREEN_PROMPT_LANDSCAPE&quot;:&quot;Поверните устройство горизонтально для более удобного просмотра&quot;,&quot;PB_POPUP_ROTATE_SCREEN_PROMPT_PORTRAIT&quot;:&quot;Поверните устройство вертикально для более удобного просмотра&quot;,&quot;PB_PRECEDING_QUIZ_FAILED_WINDOW_TEXT&quot;:&quot;Вы не прошли тест на слайде %SLIDE_INDEX% и не можете перейти к следующим слайдам.&quot;,&quot;PB_PRECEDING_QUIZ_NOT_COMPLETED_WINDOW_TEXT&quot;:&quot;Для перехода на этот слайд нужно завершить тест на слайде %SLIDE_INDEX%.&quot;,&quot;PB_PRECEDING_QUIZ_NOT_PASSED_WINDOW_TEXT&quot;:&quot;Для перехода на этот слайд нужно успешно пройти тест на слайде %SLIDE_INDEX%.&quot;,&quot;PB_PRECEDING_SCENARIO_FAILED_WINDOW_TEXT&quot;:&quot;Вы не прошли диалоговый тренажер на слайде %SLIDE_INDEX% и не можете перейти к следующим слайдам.&quot;,&quot;PB_PRECEDING_SCENARIO_NOT_COMPLETED_WINDOW_TEXT&quot;:&quot;Для перехода на этот слайд нужно завершить диалоговый тренажер на слайде %SLIDE_INDEX%.&quot;,&quot;PB_PRECEDING_SCENARIO_NOT_PASSED_WINDOW_TEXT&quot;:&quot;Для перехода на этот слайд нужно успешно завершить диалоговый тренажер на слайде %SLIDE_INDEX%.&quot;,&quot;PB_PRESENTER_COLLAPSE_BIO&quot;:&quot;скрыть&quot;,&quot;PB_PRESENTER_EMAIL&quot;:&quot;Email&quot;,&quot;PB_PRESENTER_EXPAND_BIO&quot;:&quot;показать еще&quot;,&quot;PB_PRESENTER_NO_INFO&quot;:&quot;Нет информации о докладчике&quot;,&quot;PB_PRESENTER_WEBSITE&quot;:&quot;Сайт&quot;,&quot;PB_QUIZ_SLIDE_WINDOW_TEXT&quot;:&quot;Чтобы перейти на другой слайд, нужно завершить тест.&quot;,&quot;PB_RATE_MENU_CAPTION&quot;:&quot;Скорость&quot;,&quot;PB_RATE_MENU_DEFAULT_RATE&quot;:&quot;Обычная&quot;,&quot;PB_RESUME_PRESENTATION_WINDOW_TEXT&quot;:&quot;Продолжить просмотр с места, где вы остановились?&quot;,&quot;PB_SCENARIO_SLIDE_WINDOW_TEXT&quot;:&quot;Для перехода на этот слайд нужно завершить диалоговый тренажер.&quot;,&quot;PB_SEARCH_CANCEL&quot;:&quot;Отмена&quot;,&quot;PB_SEARCH_NO_RESULTS_LABEL&quot;:&quot;Ничего не нашлось.&quot;,&quot;PB_SEARCH_PANEL_DEFAULT_TEXT&quot;:&quot;Поиск…&quot;,&quot;PB_SEARCH_RESULTS_LABEL&quot;:&quot;Результаты поиска&quot;,&quot;PB_SEARCH_RESULT_IN_NOTES&quot;:&quot;в заметках&quot;,&quot;PB_SEARCH_RESULT_IN_TEXT_LABEL&quot;:&quot;на слайде&quot;,&quot;PB_SUBTITLES_MENU_CAPTION&quot;:&quot;Субтитры&quot;,&quot;PB_SUBTITLES_OFF&quot;:&quot;Выкл.&quot;,&quot;PB_TAB_NOTES_LABEL&quot;:&quot;Заметки&quot;,&quot;PB_TAB_OUTLINE_LABEL&quot;:&quot;Слайды&quot;,&quot;PB_TIME_RESTRICTION&quot;:&quot;В настоящее время просмотр этой презентации запрещен ее автором.&quot;,&quot;PB_TITLE_PANEL_ATTACHMENTS&quot;:&quot;Ресурсы&quot;,&quot;PB_TITLE_PANEL_MARKER_TOOLS&quot;:&quot;Рисование&quot;,&quot;PB_TITLE_PANEL_NOTES&quot;:&quot;Заметки&quot;,&quot;PB_TITLE_PANEL_OUTLINE&quot;:&quot;Оглавление&quot;,&quot;PB_TITLE_PANEL_PRESENTER_INFO&quot;:&quot;Докладчик&quot;,&quot;PB_TREE_CONTROL_LOADING&quot;:&quot;Загрузка…&quot;,&quot;PB_VIDEO_WINDOW_NO_VIDEO_LABEL&quot;:&quot;Нет видео&quot;},&quot;playbackAndNavigationSettings&quot;:{&quot;autoStart&quot;:true,&quot;saveAnimationStates&quot;:true,&quot;loopPresentation&quot;:false,&quot;autoPlayAnimations&quot;:false,&quot;autoPlayAnimationsTime&quot;:1,&quot;navigationType&quot;:&quot;FREE&quot;,&quot;resumeMode&quot;:&quot;PROMPT&quot;,&quot;enableKeyboardNavigation&quot;:true},&quot;keyboardSettings&quot;:&quot;&quot;,&quot;skinVersion&quot;:4,&quot;skinCompatibleVersion&quot;:0,&quot;publishSettings&quot;:{&quot;backgroundColor&quot;:&quot;#DCDEE0&quot;,&quot;playerDimensions&quot;:{&quot;height&quot;:144,&quot;width&quot;:16},&quot;playerModule&quot;:&quot;UniversalHtml&quot;,&quot;presentationContent&quot;:{&quot;metadata&quot;:{&quot;references&quot;:true,&quot;texts&quot;:[&quot;DT_COURSE_TITLE&quot;,&quot;DT_REFERENCE_URL&quot;,&quot;DT_REFERENCE_TITLE&quot;,&quot;DT_PRESENTER_BIO&quot;,&quot;DT_PRESENTER_EMAIL&quot;,&quot;DT_PRESENTER_WEBSITE&quot;,&quot;DT_PRESENTER_PHONE&quot;,&quot;DT_PRESENTER_TITLE&quot;,&quot;DT_PRESENTER_NAME&quot;,&quot;DT_SLIDE_NOTES_HTML&quot;,&quot;DT_SLIDE_NOTES_TEXT&quot;,&quot;DT_SLIDE_TITLE&quot;,&quot;DT_SLIDE_NOTES_TEXT&quot;,&quot;DT_SLIDE_TEXT&quot;,&quot;DT_HYPERLINK_TOOLTIP&quot;]},&quot;resources&quot;:{&quot;attachments&quot;:true,&quot;fonts&quot;:[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1234567890&quot;,&quot;Слайды&quot;,&quot;Оглавление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Повторить&quot;,&quot;Заметки&quot;,&quot;%SLIDE_NUMBER% из %TOTAL_SLIDES%&quot;,&quot;Да&quot;,&quot;Нет&quot;,&quot;ОК&quot;,&quot;Продолжить просмотр с места, где вы остановились?&quot;,&quot;Поверните устройство вертикально для более удобного просмотра&quot;,&quot;Поверните устройство горизонтально для более удобного просмотра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&quot;,&quot;fontFamily&quot;:&quot;Arial&quot;,&quot;isBold&quot;:false,&quot;isItalic&quot;:fals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1234567890&quot;,&quot;Слайды&quot;,&quot;Оглавление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Повторить&quot;,&quot;Заметки&quot;,&quot;%SLIDE_NUMBER% из %TOTAL_SLIDES%&quot;,&quot;Да&quot;,&quot;Нет&quot;,&quot;ОК&quot;,&quot;Продолжить просмотр с места, где вы остановились?&quot;,&quot;Поверните устройство вертикально для более удобного просмотра&quot;,&quot;Поверните устройство горизонтально для более удобного просмотра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&quot;,&quot;fontFamily&quot;:&quot;Arial&quot;,&quot;isBold&quot;:true,&quot;isItalic&quot;:fals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1234567890&quot;,&quot;Слайды&quot;,&quot;Оглавление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Повторить&quot;,&quot;Заметки&quot;,&quot;%SLIDE_NUMBER% из %TOTAL_SLIDES%&quot;,&quot;Да&quot;,&quot;Нет&quot;,&quot;ОК&quot;,&quot;Продолжить просмотр с места, где вы остановились?&quot;,&quot;Поверните устройство вертикально для более удобного просмотра&quot;,&quot;Поверните устройство горизонтально для более удобного просмотра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i&quot;,&quot;fontFamily&quot;:&quot;Arial&quot;,&quot;isBold&quot;:false,&quot;isItalic&quot;:tru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1234567890&quot;,&quot;Слайды&quot;,&quot;Оглавление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Повторить&quot;,&quot;Заметки&quot;,&quot;%SLIDE_NUMBER% из %TOTAL_SLIDES%&quot;,&quot;Да&quot;,&quot;Нет&quot;,&quot;ОК&quot;,&quot;Продолжить просмотр с места, где вы остановились?&quot;,&quot;Поверните устройство вертикально для более удобного просмотра&quot;,&quot;Поверните устройство горизонтально для более удобного просмотра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i&quot;,&quot;fontFamily&quot;:&quot;Arial&quot;,&quot;isBold&quot;:true,&quot;isItalic&quot;:tru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1234567890&quot;,&quot;Слайды&quot;,&quot;Оглавление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Повторить&quot;,&quot;Заметки&quot;,&quot;%SLIDE_NUMBER% из %TOTAL_SLIDES%&quot;,&quot;Да&quot;,&quot;Нет&quot;,&quot;ОК&quot;,&quot;Продолжить просмотр с места, где вы остановились?&quot;,&quot;Поверните устройство вертикально для более удобного просмотра&quot;,&quot;Поверните устройство горизонтально для более удобного просмотра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&quot;,&quot;fontFamily&quot;:&quot;Arial&quot;,&quot;isBold&quot;:false,&quot;isItalic&quot;:false,&quot;isSemibold&quot;:tru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1234567890&quot;,&quot;Слайды&quot;,&quot;Оглавление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Повторить&quot;,&quot;Заметки&quot;,&quot;%SLIDE_NUMBER% из %TOTAL_SLIDES%&quot;,&quot;Да&quot;,&quot;Нет&quot;,&quot;ОК&quot;,&quot;Продолжить просмотр с места, где вы остановились?&quot;,&quot;Поверните устройство вертикально для более удобного просмотра&quot;,&quot;Поверните устройство горизонтально для более удобного просмотра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i&quot;,&quot;fontFamily&quot;:&quot;Arial&quot;,&quot;isBold&quot;:false,&quot;isItalic&quot;:true,&quot;isSemibold&quot;:true,&quot;substituteFontFamily&quot;:&quot;Arial&quot;}],&quot;interactivity&quot;:{&quot;fullSupport&quot;:true},&quot;presenterPhotos&quot;:{&quot;enlargeToFit&quot;:false,&quot;height&quot;:105,&quot;jpegQuality&quot;:100,&quot;keepAspectRatio&quot;:true,&quot;width&quot;:94},&quot;slideThumbnails&quot;:{&quot;enlargeToFit&quot;:false,&quot;height&quot;:59,&quot;jpegQuality&quot;:100,&quot;keepAspectRatio&quot;:true,&quot;width&quot;:78}}}},&quot;ceipData&quot;:{&quot;enableMiniSkinCustomization&quot;:true,&quot;playerLayout&quot;:&quot;builtin.fullPlayer&quot;,&quot;playerLayoutFooter&quot;:&quot;playAndPause,acceleration,notes,replay,fullscreen,volumeControl,slideNumber,goToPrev,goToNext&quot;,&quot;playerLayoutHeader&quot;:&quot;resources,markerTools,presenterInfo,outline,title&quot;,&quot;playerLayoutHeaderButtonsPosition&quot;:&quot;right&quot;,&quot;playerLayoutOutline&quot;:&quot;enableSearch,showThumbnails,showSlideNumber,enableMultilevel&quot;,&quot;playerLayoutProgress&quot;:&quot;enabledNavigation,showLabels&quot;,&quot;playerLayoutProgressMode&quot;:&quot;presentationTimeline&quot;,&quot;playerLayoutSidebar&quot;:&quot;&quot;,&quot;playerLayoutSidebarPosition&quot;:&quot;&quot;,&quot;playerMessages&quot;:&quot;builtin.ru&quot;,&quot;playerNavigationAutoStart&quot;:true,&quot;playerNavigationEnableKeyboardNavigation&quot;:true,&quot;playerNavigationMode&quot;:&quot;bySteps&quot;,&quot;playerNavigationOnRestart&quot;:&quot;prompt&quot;,&quot;playerNavigationSaveAnimationStates&quot;:true,&quot;playerNavigationType&quot;:&quot;free&quot;,&quot;playerTheme&quot;:&quot;custom&quot;,&quot;playerThemeBorderRadius&quot;:10,&quot;playerThemeColorScheme&quot;:&quot;builtin.lightBlue&quot;,&quot;playerThemeFont&quot;:&quot;Arial&quot;}}}"/>
  <p:tag name="ISPRING-SUITE_ISPRING_CURRENT_PLAYER_ID" val="universal"/>
  <p:tag name="ISPRING_PRESENTATION_COURSE_TITLE" val="Презентация к уроку"/>
  <p:tag name="ISPRING_UUID" val="{DE670990-E786-4899-880C-E7440DA0A085}"/>
  <p:tag name="ISPRING_RESOURCE_FOLDER" val="X:\Инфостарт 2\Анимация\1 четверть\Уроки 13-14 Принципы анимации. Сжатие и растяжение\Уроки 13-14 Принципы анимации\"/>
  <p:tag name="ISPRING_PRESENTATION_PATH" val="X:\Инфостарт 2\Анимация\1 четверть\Уроки 13-14 Принципы анимации. Сжатие и растяжение\Уроки 13-14 Принципы анимации.pptx"/>
  <p:tag name="ISPRING_PROJECT_VERSION" val="9.3"/>
  <p:tag name="ISPRING_PROJECT_FOLDER_UPDATED" val="1"/>
  <p:tag name="ISPRING_SCREEN_RECS_UPDATED" val="X:\Инфостарт 2\Анимация\1 четверть\Уроки 13-14 Принципы анимации. Сжатие и растяжение\Уроки 13-14 Принципы анимации\"/>
  <p:tag name="ISPRING_LMS_API_VERSION" val="Experience API"/>
  <p:tag name="ISPRING_ULTRA_SCORM_COURSE_ID" val="B2A4B6B9-C35B-4815-A779-30AC813D7261"/>
  <p:tag name="ISPRING_CMI5_LAUNCH_METHOD" val="any window"/>
  <p:tag name="ISPRINGCLOUDFOLDERID" val="1"/>
  <p:tag name="ISPRINGONLINEFOLDERDOMAIN" val="https://isphera.ispringlearn.ru/"/>
  <p:tag name="ISPRING_OUTPUT_FOLDER" val="[[&quot;=M\uFFFDB{D31D77A3-7A09-4FBE-9477-DED85D06BE8D}&quot;,&quot;X:\\Инфостарт 2\\Анимация\\1 четверть\\Уроки 13-14 Принципы анимации. Сжатие и растяжение&quot;]]"/>
  <p:tag name="ISPRING_SCORM_RATE_SLIDES" val="0"/>
  <p:tag name="ISPRING_SCORM_PASSING_SCORE" val="0.000000"/>
  <p:tag name="ISPRING_FIRST_PUBLISH" val="1"/>
  <p:tag name="ISPRING_ULTRA_SCORM_COURCE_TITLE" val="Уроки 25-26 Моделирование при помощи операции «По сечениям»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ONLINEFOLDERID" val="e0abb6c0-1a86-11f0-b57e-4e7b86123a6e"/>
  <p:tag name="ISPRINGONLINEFOLDERPATH" val="Учебные материалы/Мастерская разработчика/Инфостарт 2/3D-моделирование/3D-моделирование в программе Компас-3D (1 полугодие)/2-я четверть/Уроки 25-26. (ОР) Моделирование при помощи операции «По сечениям»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,&quot;invertReadingOrder&quot;:&quot;T_FALSE&quot;},&quot;compressionSettings&quot;:{&quot;imageSettings&quot;:{&quot;compressionType&quot;:&quot;LOSSLESS&quot;,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Path&quot;:&quot;Учебные материалы/Мастерская разработчика/Инфостарт 2/3D-моделирование/3D-моделирование в программе Компас-3D (1 полугодие)/2-я четверть/Уроки 25-26. (ОР) Моделирование при помощи операции «По сечениям»&quot;,&quot;onlineDestinationFolderId&quot;:&quot;e0abb6c0-1a86-11f0-b57e-4e7b86123a6e&quot;,&quot;onlineDestinationUrl&quot;:&quot;https://isphera.ispringlearn.ru/&quot;},&quot;cloudSettings&quot;:{&quot;onlineDestinationFolderId&quot;:&quot;1&quot;},&quot;publishDestination&quot;:&quot;ISPRING_LMS&quot;,&quot;wordSettings&quot;:{&quot;printCopies&quot;:1},&quot;studioSettings&quot;:{&quot;onlineDestinationFolderId&quot;:&quot;0&quot;,&quot;uploadSources&quot;:true}}"/>
  <p:tag name="ISPRING_SCORM_RATE_QUIZZES" val="0"/>
  <p:tag name="ISPRING_PRESENTATION_TITLE" val="Уроки 25-26 Моделирование при помощи операции «По сечениям»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09FDD1-500D-498B-8395-1720100DB057}:38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09FDD1-500D-498B-8395-1720100DB057}:383"/>
</p:tagLst>
</file>

<file path=ppt/theme/theme1.xml><?xml version="1.0" encoding="utf-8"?>
<a:theme xmlns:a="http://schemas.openxmlformats.org/drawingml/2006/main" name="ИК новая тема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Roboto"/>
        <a:ea typeface="Arial"/>
        <a:cs typeface="Arial"/>
      </a:majorFont>
      <a:minorFont>
        <a:latin typeface="Roboto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ИК новая тема" id="{DF7F573B-A06C-47D7-8E20-98B63F0CCD36}" vid="{8782E878-70C1-4144-9441-FDF731BDAEAD}"/>
    </a:ext>
  </a:ext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ИК новая тема</Template>
  <TotalTime>4241</TotalTime>
  <Words>49</Words>
  <Application>Microsoft Office PowerPoint</Application>
  <PresentationFormat>Широкоэкранный</PresentationFormat>
  <Paragraphs>12</Paragraphs>
  <Slides>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Roboto</vt:lpstr>
      <vt:lpstr>ИК новая тема</vt:lpstr>
      <vt:lpstr>3D-моделирование</vt:lpstr>
      <vt:lpstr>Опорная работа №2</vt:lpstr>
      <vt:lpstr>Опорная работа №2</vt:lpstr>
      <vt:lpstr>До новых встреч!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Уроки 25-26 Моделирование при помощи операции «По сечениям»</dc:title>
  <dc:creator>Admin</dc:creator>
  <cp:lastModifiedBy>teacher</cp:lastModifiedBy>
  <cp:revision>280</cp:revision>
  <dcterms:created xsi:type="dcterms:W3CDTF">2014-06-17T06:54:00Z</dcterms:created>
  <dcterms:modified xsi:type="dcterms:W3CDTF">2026-09-23T14:30:57Z</dcterms:modified>
</cp:coreProperties>
</file>